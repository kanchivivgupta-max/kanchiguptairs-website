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000" b="1">
                <a:solidFill>
                  <a:srgbClr val="7170FF"/>
                </a:solidFill>
                <a:latin typeface="Arial"/>
              </a:defRPr>
            </a:pPr>
            <a:r>
              <a:t>The Philosophy of Public Duty: Integrating Karma Yoga and Executive Governance</a:t>
            </a:r>
          </a:p>
          <a:p>
            <a:pPr algn="ctr">
              <a:spcAft>
                <a:spcPts val="4000"/>
              </a:spcAft>
              <a:defRPr sz="1600">
                <a:solidFill>
                  <a:srgbClr val="8A8F98"/>
                </a:solidFill>
                <a:latin typeface="Arial"/>
              </a:defRPr>
            </a:pPr>
            <a:r>
              <a:t>Professional Skilling &amp; Adaptation in Public Service</a:t>
            </a:r>
          </a:p>
          <a:p>
            <a:pPr algn="ctr">
              <a:defRPr sz="1300" b="1">
                <a:solidFill>
                  <a:srgbClr val="F7F8F8"/>
                </a:solidFill>
                <a:latin typeface="Arial"/>
              </a:defRPr>
            </a:pPr>
            <a:r>
              <a:t>Kanchi Gupta, Joint Commissioner (IRS)</a:t>
            </a:r>
          </a:p>
          <a:p>
            <a:pPr algn="ctr">
              <a:defRPr sz="1000">
                <a:solidFill>
                  <a:srgbClr val="8A8F98"/>
                </a:solidFill>
                <a:latin typeface="Courier New"/>
              </a:defRPr>
            </a:pPr>
            <a:r>
              <a:t>B.Tech (VNIT Nagpur) · M.Tech (IIT Bombay) · LL.B. (GLC Mumbai)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1. The Core Principle: Detachment from the Fruits of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2. Equanimity in Success and Failure (Samatvam)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3. Action over Inaction: The Mandate of Duty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